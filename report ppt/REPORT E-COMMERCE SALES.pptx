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5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6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36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7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76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82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97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1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89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474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5644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671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27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48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C389F-96EC-41AF-9998-6FDEA2A3191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9F9D0E-7116-423D-A85E-FBB8A818A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3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72BB-0C66-4D40-ACAE-8E0B6003C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REPORT E-COMMERCE SALES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69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5A2289-28FD-45C8-C057-1228DB45BCE5}"/>
              </a:ext>
            </a:extLst>
          </p:cNvPr>
          <p:cNvSpPr txBox="1"/>
          <p:nvPr/>
        </p:nvSpPr>
        <p:spPr>
          <a:xfrm>
            <a:off x="167148" y="137186"/>
            <a:ext cx="11700387" cy="665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1. Focus on High-Growth Product Categories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Insight: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Sales analysis shows certain product categories consistently generate higher revenue and show upward monthly trends.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Business Opportunity: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These categories represent strong demand and customer preference.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Recommendation: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Increase inventory levels, introduce more SKUs, and run category-focused promotions to maximize revenue from high-performing products.</a:t>
            </a:r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11171-A280-49EC-73DF-0F8D5BBE2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972" y="2195782"/>
            <a:ext cx="7829822" cy="368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BF64A2-CFE1-CDDE-55F9-0027F8099B66}"/>
              </a:ext>
            </a:extLst>
          </p:cNvPr>
          <p:cNvSpPr txBox="1"/>
          <p:nvPr/>
        </p:nvSpPr>
        <p:spPr>
          <a:xfrm>
            <a:off x="127819" y="117987"/>
            <a:ext cx="119658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Improve Revenue via Upselling &amp; Cross-Selling</a:t>
            </a:r>
          </a:p>
          <a:p>
            <a:endParaRPr lang="en-IN" b="1" dirty="0"/>
          </a:p>
          <a:p>
            <a:r>
              <a:rPr lang="en-IN" b="1" dirty="0"/>
              <a:t>Insight:</a:t>
            </a:r>
          </a:p>
          <a:p>
            <a:r>
              <a:rPr lang="en-IN" dirty="0"/>
              <a:t>Customer purchase </a:t>
            </a:r>
            <a:r>
              <a:rPr lang="en-IN" dirty="0" err="1"/>
              <a:t>behavior</a:t>
            </a:r>
            <a:r>
              <a:rPr lang="en-IN" dirty="0"/>
              <a:t> shows common product pairings (e.g., main products with accessories).</a:t>
            </a:r>
          </a:p>
          <a:p>
            <a:endParaRPr lang="en-IN" b="1" dirty="0"/>
          </a:p>
          <a:p>
            <a:r>
              <a:rPr lang="en-IN" b="1" dirty="0"/>
              <a:t>Business Opportunity:</a:t>
            </a:r>
          </a:p>
          <a:p>
            <a:r>
              <a:rPr lang="en-IN" dirty="0"/>
              <a:t>Customers are likely to buy complementary products when offered together.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Recommendation:</a:t>
            </a:r>
          </a:p>
          <a:p>
            <a:r>
              <a:rPr lang="en-IN" dirty="0"/>
              <a:t>Introduce product bundles and personalized recommendations to increase average order value (AOV).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C7CCB-C7A0-B3A1-2CB3-9EA8F4AA1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26" y="2115902"/>
            <a:ext cx="8258507" cy="424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6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DEB310-77DD-BE88-74A5-944CE73E72B5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3.Reduce Customer Churn Using Retention Strategies</a:t>
            </a:r>
          </a:p>
          <a:p>
            <a:endParaRPr lang="en-IN" dirty="0"/>
          </a:p>
          <a:p>
            <a:r>
              <a:rPr lang="en-IN" b="1" dirty="0"/>
              <a:t>Insight:</a:t>
            </a:r>
          </a:p>
          <a:p>
            <a:r>
              <a:rPr lang="en-IN" dirty="0"/>
              <a:t>RFM analysis identifies a segment of customers who have not purchased recently but previously showed high engagement.</a:t>
            </a:r>
          </a:p>
          <a:p>
            <a:endParaRPr lang="en-IN" dirty="0"/>
          </a:p>
          <a:p>
            <a:r>
              <a:rPr lang="en-IN" b="1" dirty="0"/>
              <a:t>Business Opportunity:</a:t>
            </a:r>
          </a:p>
          <a:p>
            <a:r>
              <a:rPr lang="en-IN" dirty="0"/>
              <a:t>These customers can be reactivated at a lower cost than acquiring new ones.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Recommendation:</a:t>
            </a:r>
          </a:p>
          <a:p>
            <a:r>
              <a:rPr lang="en-IN" dirty="0"/>
              <a:t>Implement win-back campaigns such as limited-time discounts, loyalty rewards, or personalized email offers.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9E451-76B0-4451-45D8-5E1684044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" y="2418736"/>
            <a:ext cx="5171768" cy="3814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A63985-587B-8140-1504-FA1AE0E20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18736"/>
            <a:ext cx="5664609" cy="34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2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0928D7-AD4D-ED6C-0394-C99A22C61A70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4.Plan Inventory Using Sales Forecasting</a:t>
            </a:r>
          </a:p>
          <a:p>
            <a:endParaRPr lang="en-IN" dirty="0"/>
          </a:p>
          <a:p>
            <a:r>
              <a:rPr lang="en-IN" b="1" dirty="0"/>
              <a:t>Insight:</a:t>
            </a:r>
          </a:p>
          <a:p>
            <a:r>
              <a:rPr lang="en-IN" dirty="0"/>
              <a:t>Time-series analysis and moving-average forecasting predict stable sales over the next 6 months.</a:t>
            </a:r>
          </a:p>
          <a:p>
            <a:endParaRPr lang="en-IN" dirty="0"/>
          </a:p>
          <a:p>
            <a:r>
              <a:rPr lang="en-IN" b="1" dirty="0"/>
              <a:t>Business Opportunity:</a:t>
            </a:r>
          </a:p>
          <a:p>
            <a:r>
              <a:rPr lang="en-IN" dirty="0"/>
              <a:t>Forecasting helps reduce stock-outs and over-stocking issues.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Recommendation:</a:t>
            </a:r>
          </a:p>
          <a:p>
            <a:r>
              <a:rPr lang="en-IN" dirty="0"/>
              <a:t>Use forecasted sales estimates to optimize inventory planning and align supply chain operations with expected demand.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FFBF9-0381-B975-BEF3-6541BE074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86" y="2330681"/>
            <a:ext cx="6106366" cy="3244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9A8FB0-4887-D37F-FC12-18BCF872A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756" y="1994352"/>
            <a:ext cx="6225244" cy="36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929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C497-1C93-DE18-A166-EDC2418E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7C7BA-E2DD-C4A9-039A-2ED0E387317F}"/>
              </a:ext>
            </a:extLst>
          </p:cNvPr>
          <p:cNvSpPr txBox="1"/>
          <p:nvPr/>
        </p:nvSpPr>
        <p:spPr>
          <a:xfrm>
            <a:off x="838200" y="1789471"/>
            <a:ext cx="86622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This analysis identifies key revenue growth opportunities through product optimization, regional targeting, customer retention, and demand forecasting. Implementing these data-driven strategies can help improve sales performance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9786983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270</Words>
  <Application>Microsoft Office PowerPoint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REPORT E-COMMERCE SALES 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Shukla</dc:creator>
  <cp:lastModifiedBy>Atul Shukla</cp:lastModifiedBy>
  <cp:revision>1</cp:revision>
  <dcterms:created xsi:type="dcterms:W3CDTF">2026-02-02T18:11:59Z</dcterms:created>
  <dcterms:modified xsi:type="dcterms:W3CDTF">2026-02-02T18:25:16Z</dcterms:modified>
</cp:coreProperties>
</file>